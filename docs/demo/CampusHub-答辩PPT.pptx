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CampusHub 校园服务中心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FCBD9"/>
                </a:solidFill>
              </a:defRPr>
            </a:pPr>
            <a:r>
              <a:t>软件体系架构课程大作业 · 五视图架构设计与实现</a:t>
            </a:r>
          </a:p>
          <a:p>
            <a:r>
              <a:t>研一 · 长春理工大学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项目背景与目标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校园信息分散：社团靠海报、竞赛靠群聊、二手靠朋友圈、失物靠公告栏 → 信息孤岛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目标：构建一站式校园信息共享中心，聚合社团/竞赛/活动/二手/失物/消息 6 大类信息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服务对象：学生、社团负责人、管理员三类角色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规模：9 个业务模块、19 张表、5 个核心状态机、40+ REST 接口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需求概述：角色与功能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角色（RBAC）：ADMIN 管理员 / CLUB_LEADER 社团负责人 / STUDENT 学生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M1 用户权限 · M2 社团管理（审批流）· M3 竞赛组队 · M4 活动组织（报名/签到）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M5 消息通知（异步）· M6 二手交易 · M7 失物招领 · M8 文件管理 · M9 数据看板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核心状态机：社团 PENDING→APPROVED/REJECTED；活动 DRAFT→…→FINISHED/CANCELLED；二手 ON_SALE→RESERVED→SOLD；失物 PENDING→CLAIMED/RESOLVED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后端：Java 17 + Spring Boot 3.2 + MyBatis-Plus + Spring Security/JWT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存储：MySQL 8（19 表）+ Redis 7（并发计数）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消息：RabbitMQ 3.12（异步通知 + 死信队列）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前端：Vue 3 + Element Plus + Vite + Pinia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文档：SpringDoc OpenAPI（Swagger UI）· 部署：Docker Compose（中间件编排）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五视图架构总览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逻辑视图 L1-L7：上下文 / 功能 / 容器 / 分层 / 领域模型 / 核心接口 / 关键时序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开发视图 V1-V8：代码结构 / 模块依赖 / 公共层 / 开发规范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运行视图 R1-R7：JWT 认证 / RBAC 授权 / Redis 并发 / MQ 异步 / 定时任务 / 文件 / 看板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物理视图 P1/P4：单机部署拓扑 + Docker 编排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场景视图：报名活动 / 创建社团 / 二手交易 / 失物认领 / 竞赛组队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逻辑视图：分层架构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表现层：Vue SPA（views + router + api）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接口层：Controller（/api/**），JwtAuthInterceptor 鉴权 + @RequireRole 角色切面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业务层：Service（状态机 + 规则校验），EventPublisher → RabbitMQ，Redis 计数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数据层：MyBatis-Plus Mapper（BaseMapper + 分页插件）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基础设施：MySQL / Redis / RabbitMQ / 本地文件系统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关键设计：活动报名并发控制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场景：多人同时报名，名额不超卖、一人一报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方案：Redis INCR 原子扣减（O(1) 无锁）→ 超限 DECR 回滚拒绝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兜底：DB 唯一键 uk_activity_user 保证一人一报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报名成功发布 REGISTRATION_EVENT → MQ 异步写站内通知，主流程不阻塞</a:t>
            </a:r>
          </a:p>
        </p:txBody>
      </p:sp>
      <p:pic>
        <p:nvPicPr>
          <p:cNvPr id="5" name="Picture 4" descr="12-活动详情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78734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7. 运行视图：异步消息链路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直连交换机 campushub.exchange + 3 个业务队列（registration/club/trade）+ 死信队列 DLX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DomainEvent 统一事件结构，消费者按 routingKey 分流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内存幂等（已处理 key 集合）防重复消费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通知失败不影响主流程（解耦），数据由 DB 唯一键最终一致兜底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8. 运行视图：定时任务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活动状态自动推进：每分钟按时间 DRAFT→PUBLISHED→REGISTERING→IN_PROGRESS→FINISHED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每日 00:05 统计：stat_daily 每日一行（uk_date 幂等）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看板聚合：管理员查看近 N 天新增趋势</a:t>
            </a:r>
          </a:p>
        </p:txBody>
      </p:sp>
      <p:pic>
        <p:nvPicPr>
          <p:cNvPr id="5" name="Picture 4" descr="08-数据看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78734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9. 物理视图：部署拓扑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演示环境：本地 Windows 单机进程部署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Spring Boot 应用（8080）+ Vue 开发服务器（5173，代理 /api）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中间件：MySQL（3306）/ Redis（6379）/ RabbitMQ（5672）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docker-compose.yml 一键编排中间件（含健康检查 + 数据卷）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10. 架构决策记录 ADR（8 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ADR-001 后端 Spring Boot 3 + Java 17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ADR-002 前后端分离 Vue 3 + Vite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ADR-003 MySQL 8 + MyBatis-Plus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ADR-004 Redis 缓存与并发计数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ADR-005 JWT + 拦截器 + RBAC 切面认证授权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ADR-006 RabbitMQ 直连交换机 + 死信队列异步通知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ADR-007 单机进程 + Docker 编排中间件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ADR-008 按业务领域 9 模块 + 公共层划分</a:t>
            </a:r>
          </a:p>
        </p:txBody>
      </p:sp>
      <p:pic>
        <p:nvPicPr>
          <p:cNvPr id="5" name="Picture 4" descr="11-Swagger接口文档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81519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11. 一致性追溯与质量属性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需求-架构追溯矩阵 15 条：需求 → 视图 → ADR → 实现位置 全链路可追溯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三个一致性问题：模块解耦边界（事件总线）/ Redis 与 DB 一致性（计数+唯一键）/ 单体演进微服务预留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质量属性：性能（Redis 原子计数）、安全（JWT+MD5）、可用性（MQ 解耦）、可维护性（模块化+Skill 生成）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12. 开发与测试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代码规模：9 模块 40+ 接口，Java 20+ 类，Vue 11 个页面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单元测试 17 个用例（JWT / 社团 / 活动 / 失物），覆盖状态机与并发回滚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前端 npm run build 通过；后端 mvn compile + mvn test 通过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测试账号：admin/123456（ADMIN）、student/123456（STUDENT）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Git 提交 30+ 次，全程版本管理</a:t>
            </a:r>
          </a:p>
        </p:txBody>
      </p:sp>
      <p:pic>
        <p:nvPicPr>
          <p:cNvPr id="5" name="Picture 4" descr="02-社团列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78734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13. 演示：核心页面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首页 / 社团管理 / 竞赛组队 / 活动管理 / 二手闲置 / 失物招领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消息中心（异步通知）/ 数据看板 / 个人信息 / 注册登录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Swagger 接口文档自动生成</a:t>
            </a:r>
          </a:p>
        </p:txBody>
      </p:sp>
      <p:pic>
        <p:nvPicPr>
          <p:cNvPr id="5" name="Picture 4" descr="01-首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78734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0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14.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完成：五视图设计 + 8 ADR + 全栈实现 + 单测 + 文档 + Skill 包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架构亮点：状态机驱动业务、Redis 并发控制、MQ 异步解耦、JWT+RBAC 安全</a:t>
            </a:r>
          </a:p>
          <a:p>
            <a:pPr>
              <a:spcAft>
                <a:spcPts val="800"/>
              </a:spcAft>
              <a:defRPr sz="1600">
                <a:solidFill>
                  <a:srgbClr val="303030"/>
                </a:solidFill>
              </a:defRPr>
            </a:pPr>
            <a:r>
              <a:t>• 展望：消息中心拆分微服务、部署容器化、引入 CI/CD 与监控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